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75" r:id="rId3"/>
    <p:sldId id="257" r:id="rId4"/>
    <p:sldId id="276" r:id="rId5"/>
    <p:sldId id="258" r:id="rId6"/>
    <p:sldId id="259" r:id="rId7"/>
    <p:sldId id="277" r:id="rId8"/>
    <p:sldId id="260" r:id="rId9"/>
    <p:sldId id="268" r:id="rId10"/>
    <p:sldId id="274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47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1BDBD2E-87EB-4496-B877-DF3861B7DA12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0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Title of your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286000"/>
            <a:ext cx="7772400" cy="1359024"/>
          </a:xfrm>
        </p:spPr>
        <p:txBody>
          <a:bodyPr>
            <a:noAutofit/>
          </a:bodyPr>
          <a:lstStyle/>
          <a:p>
            <a:pPr algn="ctr"/>
            <a:r>
              <a:rPr lang="en-US" sz="2600" dirty="0"/>
              <a:t>Parul Institute of Computer Applications</a:t>
            </a:r>
          </a:p>
          <a:p>
            <a:pPr algn="ctr"/>
            <a:r>
              <a:rPr lang="en-US" sz="2800" dirty="0"/>
              <a:t>Semester V Project</a:t>
            </a:r>
          </a:p>
          <a:p>
            <a:pPr algn="ctr"/>
            <a:r>
              <a:rPr lang="en-US" sz="2400"/>
              <a:t>2026-27</a:t>
            </a:r>
          </a:p>
          <a:p>
            <a:pPr algn="ctr"/>
            <a:endParaRPr lang="en-US" sz="2400" dirty="0"/>
          </a:p>
          <a:p>
            <a:pPr algn="ctr"/>
            <a:r>
              <a:rPr lang="en-US" sz="2600" dirty="0"/>
              <a:t>Team members </a:t>
            </a:r>
          </a:p>
          <a:p>
            <a:pPr algn="ctr"/>
            <a:r>
              <a:rPr lang="en-US" sz="2600" dirty="0"/>
              <a:t>Enrollment No &amp; Name</a:t>
            </a:r>
          </a:p>
          <a:p>
            <a:pPr algn="ctr"/>
            <a:r>
              <a:rPr lang="en-US" sz="2600" dirty="0"/>
              <a:t>Company Details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l"/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7467600" cy="928670"/>
          </a:xfrm>
        </p:spPr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85720" y="908720"/>
            <a:ext cx="8429684" cy="594928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hlinkClick r:id="rId2" action="ppaction://hlinksldjump"/>
              </a:rPr>
              <a:t>Abstract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hlinkClick r:id="rId3" action="ppaction://hlinksldjump"/>
              </a:rPr>
              <a:t>Comparison of New System with Existing System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hlinkClick r:id="" action="ppaction://noaction"/>
              </a:rPr>
              <a:t>Technology and HW, SW Requirement Specification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hlinkClick r:id="rId4" action="ppaction://hlinksldjump"/>
              </a:rPr>
              <a:t>Modules and its short description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hlinkClick r:id="rId5" action="ppaction://hlinksldjump"/>
              </a:rPr>
              <a:t>Users and their role description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hlinkClick r:id="rId6" action="ppaction://hlinksldjump"/>
              </a:rPr>
              <a:t>Limitations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hlinkClick r:id="rId7" action="ppaction://hlinksldjump"/>
              </a:rPr>
              <a:t>References &amp; Bibliography</a:t>
            </a: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new system with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748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and HW, SW Requirement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Modules and its short description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Features and its short description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11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Users and their role description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NOTE : It should be the content that will add more value/functionality to your system in future.</a:t>
            </a:r>
            <a:endParaRPr lang="en-IN" b="1" dirty="0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&amp; Bibliography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200400"/>
            <a:ext cx="8229600" cy="1143000"/>
          </a:xfrm>
        </p:spPr>
        <p:txBody>
          <a:bodyPr/>
          <a:lstStyle/>
          <a:p>
            <a:r>
              <a:rPr lang="en-US" dirty="0"/>
              <a:t>Thank you !!!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84</TotalTime>
  <Words>110</Words>
  <Application>Microsoft Office PowerPoint</Application>
  <PresentationFormat>On-screen Show (4:3)</PresentationFormat>
  <Paragraphs>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Century Schoolbook</vt:lpstr>
      <vt:lpstr>Wingdings</vt:lpstr>
      <vt:lpstr>Wingdings 2</vt:lpstr>
      <vt:lpstr>Oriel</vt:lpstr>
      <vt:lpstr>Title of your project</vt:lpstr>
      <vt:lpstr>INDEX</vt:lpstr>
      <vt:lpstr>Abstract </vt:lpstr>
      <vt:lpstr>Comparison of new system with existing system</vt:lpstr>
      <vt:lpstr>Technology and HW, SW Requirement Specification</vt:lpstr>
      <vt:lpstr>Modules and its short description</vt:lpstr>
      <vt:lpstr>Features and its short description</vt:lpstr>
      <vt:lpstr>Users and their role description</vt:lpstr>
      <vt:lpstr>Limitations</vt:lpstr>
      <vt:lpstr>Future Enhancement</vt:lpstr>
      <vt:lpstr>References &amp; Bibliography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</dc:title>
  <dc:creator>parul</dc:creator>
  <cp:lastModifiedBy>PAREKH_PAYAL</cp:lastModifiedBy>
  <cp:revision>60</cp:revision>
  <dcterms:created xsi:type="dcterms:W3CDTF">2017-10-03T10:36:15Z</dcterms:created>
  <dcterms:modified xsi:type="dcterms:W3CDTF">2026-06-29T04:07:10Z</dcterms:modified>
</cp:coreProperties>
</file>